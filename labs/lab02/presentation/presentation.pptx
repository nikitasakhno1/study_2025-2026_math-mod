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1" r:id="rId5"/>
    <p:sldId id="262" r:id="rId6"/>
    <p:sldId id="273" r:id="rId7"/>
    <p:sldId id="274" r:id="rId8"/>
    <p:sldId id="275" r:id="rId9"/>
    <p:sldId id="2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80608-14D1-4C76-9F62-91152B5CD37A}" v="17" dt="2026-10-07T10:09:35.0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</a:t>
            </a:r>
            <a:r>
              <a:rPr lang="ru-RU" b="1"/>
              <a:t>работа №2</a:t>
            </a:r>
            <a:br>
              <a:rPr lang="ru-RU" b="1" dirty="0"/>
            </a:br>
            <a:r>
              <a:rPr lang="ru-RU" b="1" dirty="0"/>
              <a:t> </a:t>
            </a:r>
            <a:r>
              <a:rPr lang="ru-RU" sz="3100" b="1" dirty="0"/>
              <a:t>Математическое моделирование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Получить математическую модель движения катера при преследовании лодки, построить траектории движения катера и лодки для двух начальных случаев и определить точки их пересечения.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ED3936-E976-FA50-7AB2-BE6D49B80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Вариант 49 </a:t>
            </a:r>
          </a:p>
          <a:p>
            <a:r>
              <a:rPr lang="ru-RU" dirty="0"/>
              <a:t>На море в тумане катер береговой охраны преследует лодку браконьеров. Через определенный промежуток времени туман рассеивается, и лодка обнаруживается на расстоянии 16,8 км от катера. Затем лодка снова скрывается в тумане и уходит прямолинейно в неизвестном направлении. Известно, что скорость катера в 4,6 раза больше скорости браконьерской лодки. 1. Запишите уравнение, описывающее движение катера, с начальными условиями для двух случаев (в зависимости от расположения катера относительно лодки в начальный момент времени). 2. Постройте траекторию движения катера и лодки для двух случаев. 3. Найдите точку пересечения траектории катера и лодки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Исходные данные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D767984-F04B-9740-1265-131623DB2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885" y="2218579"/>
            <a:ext cx="3690257" cy="3670180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Начальное расстояние: </a:t>
            </a:r>
            <a:r>
              <a:rPr lang="ru-RU" b="1" dirty="0"/>
              <a:t>k = 16,8 км</a:t>
            </a:r>
            <a:endParaRPr lang="ru-RU" dirty="0"/>
          </a:p>
          <a:p>
            <a:pPr lvl="0"/>
            <a:r>
              <a:rPr lang="ru-RU" dirty="0"/>
              <a:t>Отношение скоростей: </a:t>
            </a:r>
            <a:r>
              <a:rPr lang="ru-RU" b="1" dirty="0"/>
              <a:t>n = 4,6</a:t>
            </a:r>
            <a:endParaRPr lang="ru-RU" dirty="0"/>
          </a:p>
          <a:p>
            <a:pPr lvl="0"/>
            <a:r>
              <a:rPr lang="ru-RU" dirty="0"/>
              <a:t>Направление движения лодки: </a:t>
            </a:r>
            <a:r>
              <a:rPr lang="ru-RU" b="1" dirty="0"/>
              <a:t>φ = π/4</a:t>
            </a:r>
            <a:endParaRPr lang="ru-RU" dirty="0"/>
          </a:p>
          <a:p>
            <a:pPr lvl="0"/>
            <a:r>
              <a:rPr lang="ru-RU" dirty="0"/>
              <a:t>Скорость лодки: </a:t>
            </a:r>
            <a:r>
              <a:rPr lang="ru-RU" b="1" dirty="0"/>
              <a:t>v</a:t>
            </a:r>
            <a:endParaRPr lang="ru-RU" dirty="0"/>
          </a:p>
          <a:p>
            <a:pPr lvl="0"/>
            <a:r>
              <a:rPr lang="ru-RU" dirty="0"/>
              <a:t>Скорость катера: </a:t>
            </a:r>
            <a:r>
              <a:rPr lang="ru-RU" b="1" dirty="0" err="1"/>
              <a:t>nv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4547B48-987D-8DBE-820A-F8C2E4FC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97" y="2198914"/>
            <a:ext cx="10301045" cy="36701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9EC79F-02B3-7400-97C8-253449DD2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37" y="1791156"/>
            <a:ext cx="8281383" cy="429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E5C-053F-5A6F-E3BA-A39AAE9A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BF2C0-4AFA-1B45-8A5D-D8CB79CD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C394D11-285B-6EA2-5913-06C454B87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F0C337-92D5-055B-D39E-71C879BC2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539" y="2085460"/>
            <a:ext cx="9311459" cy="333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051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1069-BBE0-528B-73FE-2B71B19E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7355-ED20-8E73-C497-0893DC31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346D05F-6549-332B-6962-FE9604E4D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960" y="1960774"/>
            <a:ext cx="6263801" cy="417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72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8ED-100F-B97E-8D3D-26AD1E86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373F7-1D26-E9A2-E23C-066AEC14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9702E7F-D13F-4361-CD77-B3034AED8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232" y="1960774"/>
            <a:ext cx="6294279" cy="419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5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ходе работы были получены уравнения движения катера и рассмотрены два возможных случая начального расположения. Для каждого случая построены траектории движения и определены точки пересечения с траекторией лодки.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217</Words>
  <Application>Microsoft Office PowerPoint</Application>
  <PresentationFormat>Широкоэкранный</PresentationFormat>
  <Paragraphs>20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Ретро</vt:lpstr>
      <vt:lpstr>Лабораторная работа №2  Математическое моделирование </vt:lpstr>
      <vt:lpstr>Цель</vt:lpstr>
      <vt:lpstr>Задачи</vt:lpstr>
      <vt:lpstr>Исходные данные</vt:lpstr>
      <vt:lpstr>Выполнение</vt:lpstr>
      <vt:lpstr>Выполнение</vt:lpstr>
      <vt:lpstr>Выполнение</vt:lpstr>
      <vt:lpstr>Выполнение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29</cp:revision>
  <dcterms:created xsi:type="dcterms:W3CDTF">2023-10-14T19:58:32Z</dcterms:created>
  <dcterms:modified xsi:type="dcterms:W3CDTF">2026-10-07T11:08:19Z</dcterms:modified>
</cp:coreProperties>
</file>